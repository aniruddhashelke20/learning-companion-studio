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0299a0033d4b7a" /><Relationship Type="http://schemas.openxmlformats.org/officeDocument/2006/relationships/extended-properties" Target="/docProps/app.xml" Id="R43068338cb084ba4" /><Relationship Type="http://schemas.openxmlformats.org/officeDocument/2006/relationships/officeDocument" Target="/ppt/presentation.xml" Id="R2ab063fc5ffe40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cb47fe9efe4636"/>
  </p:sldMasterIdLst>
  <p:notesMasterIdLst>
    <p:notesMasterId xmlns:r="http://schemas.openxmlformats.org/officeDocument/2006/relationships" r:id="Ra172761770054d96"/>
  </p:notesMasterIdLst>
  <p:sldIdLst>
    <p:sldId xmlns:r="http://schemas.openxmlformats.org/officeDocument/2006/relationships" id="256" r:id="Ra166679f617e426d"/>
    <p:sldId xmlns:r="http://schemas.openxmlformats.org/officeDocument/2006/relationships" id="257" r:id="R57b443802a454f7a"/>
    <p:sldId xmlns:r="http://schemas.openxmlformats.org/officeDocument/2006/relationships" id="258" r:id="R1048a4a3f264447c"/>
    <p:sldId xmlns:r="http://schemas.openxmlformats.org/officeDocument/2006/relationships" id="259" r:id="R571a90aed00f4ec7"/>
    <p:sldId xmlns:r="http://schemas.openxmlformats.org/officeDocument/2006/relationships" id="260" r:id="Rb893c94bfac84a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7628127465492f" /><Relationship Type="http://schemas.openxmlformats.org/officeDocument/2006/relationships/slideMaster" Target="/ppt/slideMasters/slideMaster1.xml" Id="Ra5cb47fe9efe4636" /><Relationship Type="http://schemas.openxmlformats.org/officeDocument/2006/relationships/notesMaster" Target="/ppt/notesMasters/notesMaster1.xml" Id="Ra172761770054d96" /><Relationship Type="http://schemas.openxmlformats.org/officeDocument/2006/relationships/presProps" Target="/ppt/presProps.xml" Id="Ra88ab9d5fd834c9d" /><Relationship Type="http://schemas.openxmlformats.org/officeDocument/2006/relationships/tableStyles" Target="/ppt/tableStyles.xml" Id="R9b3f2a6de3214eec" /><Relationship Type="http://schemas.openxmlformats.org/officeDocument/2006/relationships/slide" Target="/ppt/slides/slide1.xml" Id="Ra166679f617e426d" /><Relationship Type="http://schemas.openxmlformats.org/officeDocument/2006/relationships/slide" Target="/ppt/slides/slide2.xml" Id="R57b443802a454f7a" /><Relationship Type="http://schemas.openxmlformats.org/officeDocument/2006/relationships/slide" Target="/ppt/slides/slide3.xml" Id="R1048a4a3f264447c" /><Relationship Type="http://schemas.openxmlformats.org/officeDocument/2006/relationships/slide" Target="/ppt/slides/slide4.xml" Id="R571a90aed00f4ec7" /><Relationship Type="http://schemas.openxmlformats.org/officeDocument/2006/relationships/slide" Target="/ppt/slides/slide5.xml" Id="Rb893c94bfac84a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b50d120552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77b6c68d1e4d22" /><Relationship Type="http://schemas.openxmlformats.org/officeDocument/2006/relationships/notesMaster" Target="/ppt/notesMasters/notesMaster1.xml" Id="R7b126ae6256149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c53bf2af5748de" /><Relationship Type="http://schemas.openxmlformats.org/officeDocument/2006/relationships/notesMaster" Target="/ppt/notesMasters/notesMaster1.xml" Id="R88085dd169bf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d37e12cfaa4016" /><Relationship Type="http://schemas.openxmlformats.org/officeDocument/2006/relationships/notesMaster" Target="/ppt/notesMasters/notesMaster1.xml" Id="R92458da8e7fc4f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58daeaf5ce45fe" /><Relationship Type="http://schemas.openxmlformats.org/officeDocument/2006/relationships/notesMaster" Target="/ppt/notesMasters/notesMaster1.xml" Id="Rd8e0d1e33d8643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b75e9d13d94227" /><Relationship Type="http://schemas.openxmlformats.org/officeDocument/2006/relationships/notesMaster" Target="/ppt/notesMasters/notesMaster1.xml" Id="Reb289ce653f746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769773dc048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364e47e7a3488e" /><Relationship Type="http://schemas.openxmlformats.org/officeDocument/2006/relationships/slideLayout" Target="/ppt/slideLayouts/slideLayout1.xml" Id="R910f4854053340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0f4854053340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e2c018d574950" /><Relationship Type="http://schemas.openxmlformats.org/officeDocument/2006/relationships/notesSlide" Target="/ppt/notesSlides/notesSlide1.xml" Id="Rab4b13c91bd249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02594418c47c5" /><Relationship Type="http://schemas.openxmlformats.org/officeDocument/2006/relationships/notesSlide" Target="/ppt/notesSlides/notesSlide2.xml" Id="R729dd2d8f92a4c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6e7363213452b" /><Relationship Type="http://schemas.openxmlformats.org/officeDocument/2006/relationships/notesSlide" Target="/ppt/notesSlides/notesSlide3.xml" Id="R10b99ac759f44d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9fbf825a34dcf" /><Relationship Type="http://schemas.openxmlformats.org/officeDocument/2006/relationships/notesSlide" Target="/ppt/notesSlides/notesSlide4.xml" Id="R0b51e3d3aadc46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b8c94019d4c4e" /><Relationship Type="http://schemas.openxmlformats.org/officeDocument/2006/relationships/notesSlide" Target="/ppt/notesSlides/notesSlide5.xml" Id="R4caeb80aecc940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D1313-CD10-4A8A-8FFB-F05DA32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14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LearnLog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CDAB3-C383-429C-AC86-EC85E937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D5E2"/>
                </a:solidFill>
              </a:defRPr>
            </a:pPr>
            <a:r>
              <a:rPr sz="2100" b="0">
                <a:solidFill>
                  <a:srgbClr val="CAD5E2"/>
                </a:solidFill>
              </a:rPr>
              <a:t>A learning platform that turns meaningful learner actions into useful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929F1-AE2E-429B-BD1F-B5A00691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C5FF"/>
                </a:solidFill>
              </a:defRPr>
            </a:pPr>
            <a:r>
              <a:rPr sz="1350" b="1">
                <a:solidFill>
                  <a:srgbClr val="8EC5FF"/>
                </a:solidFill>
              </a:rPr>
              <a:t>Full-stack project · React · Express · MongoDB</a:t>
            </a:r>
          </a:p>
        </p:txBody>
      </p:sp>
    </p:spTree>
    <p:extLst>
      <p:ext uri="{BB962C8B-B14F-4D97-AF65-F5344CB8AC3E}">
        <p14:creationId xmlns:p14="http://schemas.microsoft.com/office/powerpoint/2010/main" val="1231125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427F1-38A1-42F3-B5B0-B49CE2AB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5DFC"/>
                </a:solidFill>
              </a:defRPr>
            </a:pPr>
            <a:r>
              <a:rPr sz="1200" b="1">
                <a:solidFill>
                  <a:srgbClr val="155DFC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EFCA2-CA5A-4AAF-B63F-A2A4EDB0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Learning behaviour is more useful than raw clicks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ED88D-A2DE-49FE-A922-69F0EC68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Traditional page views do not show whether a learner is engaging, progressing, or struggling.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3E86F-5ACA-4D75-8F02-44DE80DE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LearnLog records meaningful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4E9E1-2B02-42C9-A162-50F775BD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Opens a course or lesson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Starts and submits a quiz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Scrolls a lesson or interacts with video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Signs in and returns to the dashboard</a:t>
            </a:r>
          </a:p>
        </p:txBody>
      </p:sp>
    </p:spTree>
    <p:extLst>
      <p:ext uri="{BB962C8B-B14F-4D97-AF65-F5344CB8AC3E}">
        <p14:creationId xmlns:p14="http://schemas.microsoft.com/office/powerpoint/2010/main" val="1598318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1692E-E2B2-492D-9651-923629D3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5DFC"/>
                </a:solidFill>
              </a:defRPr>
            </a:pPr>
            <a:r>
              <a:rPr sz="1200" b="1">
                <a:solidFill>
                  <a:srgbClr val="155DFC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4EC6C-54D0-415D-8D09-B9F1A3B4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A simple learner journey creates an analyzable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176FD-E7D9-43C9-A673-80C18B66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Sign 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D6111-9789-415D-9BB1-2B534CFF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0A1B9"/>
                </a:solidFill>
              </a:defRPr>
            </a:pPr>
            <a:r>
              <a:rPr sz="2250" b="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D3125-B158-4EA8-A72F-229C3C30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Learn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5C588-0463-4E5A-8663-F02AB25E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0A1B9"/>
                </a:solidFill>
              </a:defRPr>
            </a:pPr>
            <a:r>
              <a:rPr sz="2250" b="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52D9A-EE81-4506-8C01-E8CB0B06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Quiz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8F876-12F1-40B2-94B5-2D53A636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0A1B9"/>
                </a:solidFill>
              </a:defRPr>
            </a:pPr>
            <a:r>
              <a:rPr sz="2250" b="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450E4-7BD2-4781-AE9E-2B67AFC4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Analyse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55E0D-26CB-45FE-8560-8C2B62C3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4158"/>
                </a:solidFill>
              </a:defRPr>
            </a:pPr>
            <a:r>
              <a:rPr sz="1875" b="0">
                <a:solidFill>
                  <a:srgbClr val="314158"/>
                </a:solidFill>
              </a:rPr>
              <a:t>Every step is captured automatically without interrupting the learner.</a:t>
            </a:r>
          </a:p>
        </p:txBody>
      </p:sp>
    </p:spTree>
    <p:extLst>
      <p:ext uri="{BB962C8B-B14F-4D97-AF65-F5344CB8AC3E}">
        <p14:creationId xmlns:p14="http://schemas.microsoft.com/office/powerpoint/2010/main" val="2119365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1A187-FBFA-4E27-B657-D4E2D96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5DFC"/>
                </a:solidFill>
              </a:defRPr>
            </a:pPr>
            <a:r>
              <a:rPr sz="1200" b="1">
                <a:solidFill>
                  <a:srgbClr val="155DFC"/>
                </a:solidFill>
              </a:rPr>
              <a:t>EVENT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827DF-BD4E-41F1-804B-6E28683C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Moodle-style event records preserve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73481-DB23-4B0F-BDC0-D53EF57F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Each event includes: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D964C-2778-48E5-84F5-3D423D2B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Event name · Component · Event context · Origin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Description · Resource type and ID · Metadata · IP address · Timestamp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936DB-EE8A-4CE3-9477-B4525DB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47E6"/>
                </a:solidFill>
              </a:defRPr>
            </a:pPr>
            <a:r>
              <a:rPr sz="1650" b="1">
                <a:solidFill>
                  <a:srgbClr val="1447E6"/>
                </a:solidFill>
              </a:rPr>
              <a:t>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E5F1E-17FD-473D-BAC0-A7C824C6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COURSE_MODULE_VIEWED  |  Lesson  |  Introduction to Machine Learning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“Lesson viewed: Supervised Learning”</a:t>
            </a:r>
          </a:p>
        </p:txBody>
      </p:sp>
    </p:spTree>
    <p:extLst>
      <p:ext uri="{BB962C8B-B14F-4D97-AF65-F5344CB8AC3E}">
        <p14:creationId xmlns:p14="http://schemas.microsoft.com/office/powerpoint/2010/main" val="352917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C543E-BDC1-4F0F-90DD-3F41097F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5DFC"/>
                </a:solidFill>
              </a:defRPr>
            </a:pPr>
            <a:r>
              <a:rPr sz="1200" b="1">
                <a:solidFill>
                  <a:srgbClr val="155DFC"/>
                </a:solidFill>
              </a:rPr>
              <a:t>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728CE-B042-41EF-A7FF-B8413E94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Analytics turn event records into clear teaching signals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E7697-DE68-4194-90AE-65E84EDD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Administrator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A202B-7CD0-48D5-B77A-70AB47B1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Total learners and daily active users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Average quiz performance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Most common learning events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Recent event log with user and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8BF1B-14CF-4E44-9CF5-B91FA641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Next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F468F-F2AC-458A-885C-C33C90C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Lesson completion progress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Instructor course authoring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Event exports and privacy retention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C991A-99EE-45B0-B49B-F893D27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47E6"/>
                </a:solidFill>
              </a:defRPr>
            </a:pPr>
            <a:r>
              <a:rPr sz="1800" b="1">
                <a:solidFill>
                  <a:srgbClr val="1447E6"/>
                </a:solidFill>
              </a:rPr>
              <a:t>LearnLog connects the learning experience to evidence-based improvement.</a:t>
            </a:r>
          </a:p>
        </p:txBody>
      </p:sp>
    </p:spTree>
    <p:extLst>
      <p:ext uri="{BB962C8B-B14F-4D97-AF65-F5344CB8AC3E}">
        <p14:creationId xmlns:p14="http://schemas.microsoft.com/office/powerpoint/2010/main" val="1267399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2026-08-04T06:07:07.6330000Z</dcterms:created>
  <dcterms:modified xsi:type="dcterms:W3CDTF">2026-08-04T06:07:07.6330000Z</dcterms:modified>
</coreProperties>
</file>